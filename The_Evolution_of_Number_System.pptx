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Evolution of Number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Tally Marks to Quantum Computing</a:t>
            </a:r>
          </a:p>
          <a:p>
            <a: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Number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mathematical notation for representing numbers.</a:t>
            </a:r>
          </a:p>
          <a:p>
            <a:pPr/>
            <a:r>
              <a:t>Provides a unique representation for every standard number.</a:t>
            </a:r>
          </a:p>
          <a:p>
            <a:pPr/>
            <a:r>
              <a:t>Represents algebraic and arithmetic structure.</a:t>
            </a:r>
          </a:p>
          <a:p>
            <a:pPr/>
            <a:r>
              <a:t>Base (Radix) determines how many digits are used (e.g., Base 10 uses 0-9).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Dawn of Counting: Tally 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Earliest known method of counting.</a:t>
            </a:r>
          </a:p>
          <a:p>
            <a:pPr/>
            <a:r>
              <a:t>Ishango Bone (circa 20,000 BC) displays tally marks.</a:t>
            </a:r>
          </a:p>
          <a:p>
            <a:pPr/>
            <a:r>
              <a:t>Unary numeral system (Base 1).</a:t>
            </a:r>
          </a:p>
          <a:p>
            <a:pPr/>
            <a:r>
              <a:t>Simple but inefficient for large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Sumerian &amp; Babylonian System (Base 60)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around 3100 BC.</a:t>
            </a:r>
          </a:p>
          <a:p>
            <a:pPr/>
            <a:r>
              <a:t>Sexagesimal system (Base 60).</a:t>
            </a:r>
          </a:p>
          <a:p>
            <a:pPr/>
            <a:r>
              <a:t>First known positional numeral system.</a:t>
            </a:r>
          </a:p>
          <a:p>
            <a:pPr/>
            <a:r>
              <a:t>Legacy: 60 seconds in a minute, 60 minutes in an hour, 360 degrees in a circle.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Egyptian Numerals (Base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Emerged around 3000 BC.</a:t>
            </a:r>
          </a:p>
          <a:p>
            <a:pPr/>
            <a:r>
              <a:t>Base 10, but not a positional system.</a:t>
            </a:r>
          </a:p>
          <a:p>
            <a:pPr/>
            <a:r>
              <a:t>Used distinct hieroglyphs for 1, 10, 100, 1000, etc.</a:t>
            </a:r>
          </a:p>
          <a:p>
            <a:pPr/>
            <a:r>
              <a:t>Numbers were formed by combining these symbols additively.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Chinese Numerals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Originated during the Shang Dynasty (approx. 1500 BC).</a:t>
            </a:r>
          </a:p>
          <a:p>
            <a:pPr/>
            <a:r>
              <a:t>Decimal system using distinct characters.</a:t>
            </a:r>
          </a:p>
          <a:p>
            <a:pPr/>
            <a:r>
              <a:t>Later developed rod calculus for complex calculations.</a:t>
            </a:r>
          </a:p>
          <a:p>
            <a:pPr/>
            <a:r>
              <a:t>Introduced the concept of positional values long before the West.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Roman Numerals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Originated in ancient Rome (circa 800 BC).</a:t>
            </a:r>
          </a:p>
          <a:p>
            <a:pPr/>
            <a:r>
              <a:t>Based on letters of the alphabet (I, V, X, L, C, D, M).</a:t>
            </a:r>
          </a:p>
          <a:p>
            <a:pPr/>
            <a:r>
              <a:t>Additive and subtractive notation (e.g., IV = 4, VI = 6).</a:t>
            </a:r>
          </a:p>
          <a:p>
            <a:pPr/>
            <a:r>
              <a:t>Lacked a zero, making complex arithmetic very difficult.</a:t>
            </a:r>
          </a:p>
          <a:p>
            <a:pPr/>
            <a:r>
              <a:t>Still used today for clocks, book parts, and movie sequels.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Mayan Numerals (Base 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Vigesimal system (Base 20).</a:t>
            </a:r>
          </a:p>
          <a:p>
            <a:pPr/>
            <a:r>
              <a:t>Used only three symbols: shell (0), dot (1), and bar (5).</a:t>
            </a:r>
          </a:p>
          <a:p>
            <a:pPr/>
            <a:r>
              <a:t>Independently developed the concept of zero around 36 BC.</a:t>
            </a:r>
          </a:p>
          <a:p>
            <a:pPr/>
            <a:r>
              <a:t>Highly advanced for its time, used for complex astronomical calculations.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Hindu-Arabic Numeral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foundation of the modern number system.</a:t>
            </a:r>
          </a:p>
          <a:p>
            <a:pPr/>
            <a:r>
              <a:t>Developed in India between the 1st and 4th centuries.</a:t>
            </a:r>
          </a:p>
          <a:p>
            <a:pPr/>
            <a:r>
              <a:t>Base 10 (decimal) positional system.</a:t>
            </a:r>
          </a:p>
          <a:p>
            <a:pPr/>
            <a:r>
              <a:t>Introduced the modern concept and symbol for zero (0).</a:t>
            </a:r>
          </a:p>
          <a:p>
            <a:pPr/>
            <a:r>
              <a:t>Transmitted to the West via Arab mathematicians like Al-Khwarizmi.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Revolutionary Concept of Zero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just a placeholder, but a number with its own value.</a:t>
            </a:r>
          </a:p>
          <a:p>
            <a:pPr/>
            <a:r>
              <a:t>Transformed mathematics, allowing for negative numbers and algebra.</a:t>
            </a:r>
          </a:p>
          <a:p>
            <a:pPr/>
            <a:r>
              <a:t>Essential for calculus and modern physics.</a:t>
            </a:r>
          </a:p>
          <a:p>
            <a:pPr/>
            <a:r>
              <a:t>Initially resisted in Europe due to philosophical and religious reasons.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Number System (Base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only two digits: 0 and 1.</a:t>
            </a:r>
          </a:p>
          <a:p>
            <a:pPr/>
            <a:r>
              <a:t>Formalized by Gottfried Wilhelm Leibniz in 1689.</a:t>
            </a:r>
          </a:p>
          <a:p>
            <a:pPr/>
            <a:r>
              <a:t>The foundation of all modern computing and digital electronics.</a:t>
            </a:r>
          </a:p>
          <a:p>
            <a:pPr/>
            <a:r>
              <a:t>Represents logic states: True (1) and False (0).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Hexadecimal System (Base 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16 distinct symbols: 0-9 and A-F.</a:t>
            </a:r>
          </a:p>
          <a:p>
            <a:pPr/>
            <a:r>
              <a:t>Widely used in computer science.</a:t>
            </a:r>
          </a:p>
          <a:p>
            <a:pPr/>
            <a:r>
              <a:t>Provides a human-friendly representation of binary-coded values.</a:t>
            </a:r>
          </a:p>
          <a:p>
            <a:pPr/>
            <a:r>
              <a:t>Used for memory addresses, color codes (e.g., #FFFFFF), and IPv6.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Future: Quantum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systems evolved to meet societal needs.</a:t>
            </a:r>
          </a:p>
          <a:p>
            <a:pPr/>
            <a:r>
              <a:t>From tallying sheep to complex digital physics.</a:t>
            </a:r>
          </a:p>
          <a:p>
            <a:pPr/>
            <a:r>
              <a:t>Next frontier: Qubits (Quantum bits) that can be 0, 1, or both simultaneously.</a:t>
            </a:r>
          </a:p>
          <a:p>
            <a:pPr/>
            <a:r>
              <a:t>The journey of numbers is the journey of human civilization.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